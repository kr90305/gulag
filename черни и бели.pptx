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E4F1BA-3120-482E-8EB0-BFFD3BB46A68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3DD900-2B1E-4207-86A4-FD976D453F9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40AE44-FD12-4136-8D20-2E2D6446EC63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510DC4-8E14-44D5-8AAA-81D0F545FC2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E57862-24E5-4DC1-AA65-C4385B59D76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2E8A85-C0C9-434B-A04B-43DF83AF59F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8163FE-C844-40BE-8126-FD06D387252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301B1C-A64A-4534-A640-4B7C7221F483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9565E-5321-4A9F-951C-2A15F226EB82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A89488-3D86-44E2-AEDC-0E8E4116032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D0C54B-7EA5-4E21-8923-99C148043C0E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"/>
          <p:cNvSpPr/>
          <p:nvPr/>
        </p:nvSpPr>
        <p:spPr>
          <a:xfrm>
            <a:off x="460440" y="6062400"/>
            <a:ext cx="18993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Красноярск, 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Заголовок 1"/>
          <p:cNvSpPr/>
          <p:nvPr/>
        </p:nvSpPr>
        <p:spPr>
          <a:xfrm>
            <a:off x="460440" y="2837880"/>
            <a:ext cx="1011420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Система формирования заказов 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Подзаголовок 2"/>
          <p:cNvSpPr/>
          <p:nvPr/>
        </p:nvSpPr>
        <p:spPr>
          <a:xfrm>
            <a:off x="460440" y="4424400"/>
            <a:ext cx="8299080" cy="11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Выполнил:Студент Группы 24/3 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Глушков Артём Викторович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Научный руководитель: Кашко Иван Владиславович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64760" y="540000"/>
            <a:ext cx="1051524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Введение и цели системы 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91360" y="2700000"/>
            <a:ext cx="4508640" cy="277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Цель: Автоматизация процесса приема, обработки и выполнения заказов от клиентов.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Задачи: Снижение ручного труда, ускорение обработки, минимизация ошибок, ведение истории заказов.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Актуальность: Зачем нужна автоматизация в вашей компании/отрасли.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7168680" y="3558240"/>
            <a:ext cx="26611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11353680" y="6013080"/>
            <a:ext cx="42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2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2"/>
          <a:stretch/>
        </p:blipFill>
        <p:spPr>
          <a:xfrm>
            <a:off x="5580000" y="1686600"/>
            <a:ext cx="6480000" cy="371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3"/>
          <p:cNvSpPr/>
          <p:nvPr/>
        </p:nvSpPr>
        <p:spPr>
          <a:xfrm>
            <a:off x="11353680" y="6013080"/>
            <a:ext cx="42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3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474480"/>
            <a:ext cx="1051524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3600" b="0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Основные сущности системы 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46200" y="1490760"/>
            <a:ext cx="10707480" cy="435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Перечислите ключевые сущности (объекты), с которыми работает система. 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Примерный список: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Клиент (Customer)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Заказ (Order)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Позиция заказа / Товарная позиция (Order Item)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Товар / Продукт (Product)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Склад (Warehouse)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Платеж (Payment)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ru-RU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3"/>
          <p:cNvSpPr/>
          <p:nvPr/>
        </p:nvSpPr>
        <p:spPr>
          <a:xfrm>
            <a:off x="11353680" y="6013080"/>
            <a:ext cx="42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4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474480"/>
            <a:ext cx="1051524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3600" b="0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ER-диаграмма (Сущность-Связь) 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"/>
          <p:cNvPicPr/>
          <p:nvPr/>
        </p:nvPicPr>
        <p:blipFill>
          <a:blip r:embed="rId2"/>
          <a:stretch/>
        </p:blipFill>
        <p:spPr>
          <a:xfrm>
            <a:off x="2325600" y="1506600"/>
            <a:ext cx="7754400" cy="425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11353680" y="6013080"/>
            <a:ext cx="4176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4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474480"/>
            <a:ext cx="1051524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3600" b="0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Блок-схема бизнес-процесса (алгоритм работы) 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6" name=""/>
          <p:cNvPicPr/>
          <p:nvPr/>
        </p:nvPicPr>
        <p:blipFill>
          <a:blip r:embed="rId2"/>
          <a:stretch/>
        </p:blipFill>
        <p:spPr>
          <a:xfrm>
            <a:off x="3420000" y="1260000"/>
            <a:ext cx="5040000" cy="540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2"/>
          <p:cNvSpPr/>
          <p:nvPr/>
        </p:nvSpPr>
        <p:spPr>
          <a:xfrm>
            <a:off x="11353680" y="6013080"/>
            <a:ext cx="4176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4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2700000" y="474480"/>
            <a:ext cx="1051524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0" u="none" strike="noStrike">
                <a:solidFill>
                  <a:srgbClr val="eeeeee"/>
                </a:solidFill>
                <a:effectLst/>
                <a:uFillTx/>
                <a:latin typeface="Calibri"/>
              </a:rPr>
              <a:t>UML-диаграмма классов </a:t>
            </a:r>
            <a:endParaRPr lang="ru-RU" sz="4400" b="0" u="none" strike="noStrike">
              <a:solidFill>
                <a:srgbClr val="eeeeee"/>
              </a:solidFill>
              <a:effectLst/>
              <a:uFillTx/>
              <a:latin typeface="Calibri"/>
            </a:endParaRPr>
          </a:p>
        </p:txBody>
      </p:sp>
      <p:pic>
        <p:nvPicPr>
          <p:cNvPr id="79" name=""/>
          <p:cNvPicPr/>
          <p:nvPr/>
        </p:nvPicPr>
        <p:blipFill>
          <a:blip r:embed="rId2"/>
          <a:stretch/>
        </p:blipFill>
        <p:spPr>
          <a:xfrm>
            <a:off x="3960000" y="1190880"/>
            <a:ext cx="3640680" cy="5469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474480"/>
            <a:ext cx="1051524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3600" b="0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Актуальность автоматизации системы формирования заказов 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11353680" y="6013080"/>
            <a:ext cx="42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5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"/>
          <p:cNvPicPr/>
          <p:nvPr/>
        </p:nvPicPr>
        <p:blipFill>
          <a:blip r:embed="rId2"/>
          <a:stretch/>
        </p:blipFill>
        <p:spPr>
          <a:xfrm>
            <a:off x="1668240" y="1748520"/>
            <a:ext cx="8411760" cy="473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474480"/>
            <a:ext cx="1051524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11353680" y="6013080"/>
            <a:ext cx="4176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5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474480"/>
            <a:ext cx="10515240" cy="5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11353680" y="6013080"/>
            <a:ext cx="4176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5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Application>LibreOffice/25.8.5.2$Windows_X86_64 LibreOffice_project/9c8b85f387cc00a89945a79c9e6239f32e450ac2</Application>
  <AppVersion>15.0000</AppVersion>
  <Words>266</Words>
  <Paragraphs>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2026-05-05T08:59:14Z</dcterms:created>
  <dc:creator>бебебе _</dc:creator>
  <dc:description/>
  <dc:language>ru-RU</dc:language>
  <cp:lastModifiedBy/>
  <dcterms:modified xsi:type="dcterms:W3CDTF">2026-06-05T18:21:19Z</dcterms:modified>
  <cp:revision>11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10</vt:i4>
  </property>
</Properties>
</file>